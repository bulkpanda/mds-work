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Alumni Survey: 5 Years Out (2024)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  <a:latin typeface="Helvetica" pitchFamily="34" charset="0"/>
                <a:cs typeface="Helvetica" pitchFamily="34" charset="0"/>
              </a:rPr>
              <a:t>DCD </a:t>
            </a:r>
            <a:r>
              <a:rPr lang="en-US" dirty="0" err="1">
                <a:solidFill>
                  <a:srgbClr val="7F7F7F"/>
                </a:solidFill>
                <a:latin typeface="Helvetica" pitchFamily="34" charset="0"/>
                <a:cs typeface="Helvetica" pitchFamily="34" charset="0"/>
              </a:rPr>
              <a:t>Paediatric</a:t>
            </a:r>
            <a:r>
              <a:rPr lang="en-US" dirty="0">
                <a:solidFill>
                  <a:srgbClr val="7F7F7F"/>
                </a:solidFill>
                <a:latin typeface="Helvetica" pitchFamily="34" charset="0"/>
                <a:cs typeface="Helvetica" pitchFamily="34" charset="0"/>
              </a:rPr>
              <a:t> Dentistry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Current situation: Hospital / public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Satisfaction &amp; Clinical Competence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Career satisfaction: Strongly agree</a:t>
            </a:r>
          </a:p>
          <a:p>
            <a:r>
              <a:t>Clinically ready at graduation: Strongly agree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&amp; Scholarship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Critical analysis (research methods): Strongly agree</a:t>
            </a:r>
          </a:p>
          <a:p>
            <a:r>
              <a:t>Research outputs: Yes - both published and/or presented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allocation appropriate: Somewhat agree</a:t>
            </a:r>
          </a:p>
          <a:p>
            <a:r>
              <a:t>Program prepared for current role: Somewhat disagree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&amp;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 program to others: Somewhat disagree</a:t>
            </a:r>
          </a:p>
          <a:p>
            <a:r>
              <a:t>Feels connected to School: Strongly disagree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Could the Program Better Prepare Graduates?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112" y="2023425"/>
            <a:ext cx="895105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000" i="1" dirty="0">
                <a:solidFill>
                  <a:srgbClr val="3C3C3C"/>
                </a:solidFill>
              </a:rPr>
              <a:t>“Our batch was a unique one! With 4 conveners over the three years. </a:t>
            </a:r>
            <a:endParaRPr lang="en-US" sz="2000" i="1" dirty="0">
              <a:solidFill>
                <a:srgbClr val="3C3C3C"/>
              </a:solidFill>
            </a:endParaRPr>
          </a:p>
          <a:p>
            <a:pPr algn="just"/>
            <a:r>
              <a:rPr sz="2000" i="1" dirty="0">
                <a:solidFill>
                  <a:srgbClr val="3C3C3C"/>
                </a:solidFill>
              </a:rPr>
              <a:t>Needless to say, it brought with it its own unique challenges. </a:t>
            </a:r>
            <a:endParaRPr lang="en-US" sz="2000" i="1" dirty="0">
              <a:solidFill>
                <a:srgbClr val="3C3C3C"/>
              </a:solidFill>
            </a:endParaRPr>
          </a:p>
          <a:p>
            <a:pPr algn="just"/>
            <a:r>
              <a:rPr sz="2000" i="1" dirty="0">
                <a:solidFill>
                  <a:srgbClr val="3C3C3C"/>
                </a:solidFill>
              </a:rPr>
              <a:t>More </a:t>
            </a:r>
            <a:r>
              <a:rPr sz="2000" i="1" dirty="0" err="1">
                <a:solidFill>
                  <a:srgbClr val="3C3C3C"/>
                </a:solidFill>
              </a:rPr>
              <a:t>organisation</a:t>
            </a:r>
            <a:r>
              <a:rPr sz="2000" i="1" dirty="0">
                <a:solidFill>
                  <a:srgbClr val="3C3C3C"/>
                </a:solidFill>
              </a:rPr>
              <a:t> and structure, and having educators who are right for the </a:t>
            </a:r>
            <a:endParaRPr lang="en-US" sz="2000" i="1" dirty="0">
              <a:solidFill>
                <a:srgbClr val="3C3C3C"/>
              </a:solidFill>
            </a:endParaRPr>
          </a:p>
          <a:p>
            <a:pPr algn="just"/>
            <a:r>
              <a:rPr sz="2000" i="1" dirty="0">
                <a:solidFill>
                  <a:srgbClr val="3C3C3C"/>
                </a:solidFill>
              </a:rPr>
              <a:t>role - clinicians who look to educate and empower the younger clinicians rather than to demoralize”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Might We Increase Alumni Connection?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8781" y="2265028"/>
            <a:ext cx="87161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i="1" dirty="0">
                <a:solidFill>
                  <a:srgbClr val="3C3C3C"/>
                </a:solidFill>
              </a:rPr>
              <a:t>“Thankfully, I believe the </a:t>
            </a:r>
            <a:r>
              <a:rPr sz="2000" i="1" dirty="0" err="1">
                <a:solidFill>
                  <a:srgbClr val="3C3C3C"/>
                </a:solidFill>
              </a:rPr>
              <a:t>programme</a:t>
            </a:r>
            <a:r>
              <a:rPr sz="2000" i="1" dirty="0">
                <a:solidFill>
                  <a:srgbClr val="3C3C3C"/>
                </a:solidFill>
              </a:rPr>
              <a:t> has changed for the better since we completed our training”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i="1">
                <a:solidFill>
                  <a:srgbClr val="3C3C3C"/>
                </a:solidFill>
              </a:rPr>
              <a:t>“As above. Best wishes.”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193</Words>
  <Application>Microsoft Office PowerPoint</Application>
  <PresentationFormat>On-screen Show (4:3)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Helvetica</vt:lpstr>
      <vt:lpstr>Office Theme</vt:lpstr>
      <vt:lpstr>Alumni Survey: 5 Years Out (2024)</vt:lpstr>
      <vt:lpstr>Respondent Overview</vt:lpstr>
      <vt:lpstr>Satisfaction &amp; Clinical Competence</vt:lpstr>
      <vt:lpstr>Research &amp; Scholarship</vt:lpstr>
      <vt:lpstr>Program Evaluation</vt:lpstr>
      <vt:lpstr>Recommendation &amp; Connection</vt:lpstr>
      <vt:lpstr>How Could the Program Better Prepare Graduates?</vt:lpstr>
      <vt:lpstr>How Might We Increase Alumni Connection?</vt:lpstr>
      <vt:lpstr>Additional Feedback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Alumni Survey: 5 Years Out (2024)</dc:title>
  <dc:subject>One-response summary</dc:subject>
  <dc:creator>Melbourne Dental School</dc:creator>
  <cp:keywords/>
  <dc:description>generated using python-pptx</dc:description>
  <cp:lastModifiedBy>Kunal Patel</cp:lastModifiedBy>
  <cp:revision>2</cp:revision>
  <dcterms:created xsi:type="dcterms:W3CDTF">2013-01-27T09:14:16Z</dcterms:created>
  <dcterms:modified xsi:type="dcterms:W3CDTF">2025-08-10T23:17:55Z</dcterms:modified>
  <cp:category/>
</cp:coreProperties>
</file>